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Neural Networks – Intuition &amp; Mathematics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Inspired by 3Blue1Brown</a:t>
            </a:r>
          </a:p>
          <a:p>
            <a:r>
              <a:t>Balanced: Intuition + Equations + Visuals</a:t>
            </a:r>
          </a:p>
          <a:p>
            <a:r>
              <a:t>Focus: MNIST &amp; Backpropagation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Big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Recognize handwritten digits (MNIST)</a:t>
            </a:r>
          </a:p>
          <a:p>
            <a:r>
              <a:t>• Learn patterns from data</a:t>
            </a:r>
          </a:p>
          <a:p>
            <a:r>
              <a:t>• Adjust weights using gradients</a:t>
            </a:r>
          </a:p>
          <a:p>
            <a:r>
              <a:t>• Minimize cost function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Neuron?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Mathematical Model:</a:t>
            </a:r>
          </a:p>
          <a:p/>
          <a:p>
            <a:r>
              <a:t>z = w₁x₁ + w₂x₂ + ... + wₙxₙ + b</a:t>
            </a:r>
          </a:p>
          <a:p>
            <a:r>
              <a:t>a = σ(z)</a:t>
            </a:r>
          </a:p>
          <a:p/>
          <a:p>
            <a:r>
              <a:t>Weighted sum + Bias + Activation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 Form of a Neuron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 = wᵀx + b</a:t>
            </a:r>
          </a:p>
          <a:p>
            <a:r>
              <a:t>a = σ(z)</a:t>
            </a:r>
          </a:p>
          <a:p/>
          <a:p>
            <a:r>
              <a:t>w → weights vector</a:t>
            </a:r>
          </a:p>
          <a:p>
            <a:r>
              <a:t>x → input vector</a:t>
            </a:r>
          </a:p>
          <a:p>
            <a:r>
              <a:t>b → bias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Activation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needed?</a:t>
            </a:r>
          </a:p>
          <a:p>
            <a:r>
              <a:t>• Introduce non-linearity</a:t>
            </a:r>
          </a:p>
          <a:p>
            <a:r>
              <a:t>• Enable deep learning</a:t>
            </a:r>
          </a:p>
          <a:p/>
          <a:p>
            <a:r>
              <a:t>Common:</a:t>
            </a:r>
          </a:p>
          <a:p>
            <a:r>
              <a:t>• Sigmoid</a:t>
            </a:r>
          </a:p>
          <a:p>
            <a:r>
              <a:t>• ReLU</a:t>
            </a:r>
          </a:p>
          <a:p>
            <a:r>
              <a:t>• Tanh</a:t>
            </a:r>
          </a:p>
        </p:txBody>
      </p:sp>
      <p:pic>
        <p:nvPicPr>
          <p:cNvPr id="4" name="Picture 3" descr="sigmoid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3716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Layered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Layer → Hidden Layer(s) → Output Layer</a:t>
            </a:r>
          </a:p>
          <a:p/>
          <a:p>
            <a:r>
              <a:t>Each layer performs:</a:t>
            </a:r>
          </a:p>
          <a:p>
            <a:r>
              <a:t>z⁽ᴸ⁾ = W⁽ᴸ⁾a⁽ᴸ⁻¹⁾ + b⁽ᴸ⁾</a:t>
            </a:r>
          </a:p>
          <a:p>
            <a:r>
              <a:t>a⁽ᴸ⁾ = σ(z⁽ᴸ⁾)</a:t>
            </a:r>
          </a:p>
        </p:txBody>
      </p:sp>
      <p:pic>
        <p:nvPicPr>
          <p:cNvPr id="4" name="Picture 3" descr="network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3716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one example:</a:t>
            </a:r>
          </a:p>
          <a:p>
            <a:r>
              <a:t>C₀ = (a⁽ᴸ⁾ − y)²</a:t>
            </a:r>
          </a:p>
          <a:p/>
          <a:p>
            <a:r>
              <a:t>Goal: Minimize cost across dataset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Forward Propagation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1: Compute weighted sums</a:t>
            </a:r>
          </a:p>
          <a:p>
            <a:r>
              <a:t>Step 2: Apply activation</a:t>
            </a:r>
          </a:p>
          <a:p>
            <a:r>
              <a:t>Step 3: Get final prediction</a:t>
            </a:r>
          </a:p>
          <a:p/>
          <a:p>
            <a:r>
              <a:t>Repeat layer by layer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Backpropagation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compute:</a:t>
            </a:r>
          </a:p>
          <a:p>
            <a:r>
              <a:t>∂C / ∂w</a:t>
            </a:r>
          </a:p>
          <a:p/>
          <a:p>
            <a:r>
              <a:t>Using Chain Rule:</a:t>
            </a:r>
          </a:p>
          <a:p>
            <a:r>
              <a:t>∂C/∂w = (∂z/∂w)(∂a/∂z)(∂C/∂a)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Gradients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∂C/∂a = 2(a − y)</a:t>
            </a:r>
          </a:p>
          <a:p>
            <a:r>
              <a:t>∂a/∂z = σ'(z)</a:t>
            </a:r>
          </a:p>
          <a:p>
            <a:r>
              <a:t>∂z/∂w = a⁽ᴸ⁻¹⁾</a:t>
            </a:r>
          </a:p>
          <a:p/>
          <a:p>
            <a:r>
              <a:t>Multiply them together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Gradient Descent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Update rule:</a:t>
            </a:r>
          </a:p>
          <a:p>
            <a:r>
              <a:t>w := w − η ∂C/∂w</a:t>
            </a:r>
          </a:p>
          <a:p/>
          <a:p>
            <a:r>
              <a:t>η → learning rate</a:t>
            </a:r>
          </a:p>
          <a:p>
            <a:r>
              <a:t>Move opposite gradient direction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Deep Networks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Layer 1 → detect edges</a:t>
            </a:r>
          </a:p>
          <a:p>
            <a:r>
              <a:t>Layer 2 → detect strokes</a:t>
            </a:r>
          </a:p>
          <a:p>
            <a:r>
              <a:t>Layer 3 → detect shapes</a:t>
            </a:r>
          </a:p>
          <a:p>
            <a:r>
              <a:t>Final → classify digit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Forward pass</a:t>
            </a:r>
          </a:p>
          <a:p>
            <a:r>
              <a:t>2. Compute cost</a:t>
            </a:r>
          </a:p>
          <a:p>
            <a:r>
              <a:t>3. Backpropagate gradients</a:t>
            </a:r>
          </a:p>
          <a:p>
            <a:r>
              <a:t>4. Update weights</a:t>
            </a:r>
          </a:p>
          <a:p>
            <a:r>
              <a:t>5. Repeat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Interpretation of Weights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Weights represent learned patterns</a:t>
            </a:r>
          </a:p>
          <a:p>
            <a:r>
              <a:t>High weight → strong influence</a:t>
            </a:r>
          </a:p>
          <a:p>
            <a:r>
              <a:t>Network learns automatically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Neuron = weighted sum + activation</a:t>
            </a:r>
          </a:p>
          <a:p>
            <a:r>
              <a:t>• Network = layers of neurons</a:t>
            </a:r>
          </a:p>
          <a:p>
            <a:r>
              <a:t>• Cost measures error</a:t>
            </a:r>
          </a:p>
          <a:p>
            <a:r>
              <a:t>• Backprop computes gradients</a:t>
            </a:r>
          </a:p>
          <a:p>
            <a:r>
              <a:t>• Gradient descent updates weights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