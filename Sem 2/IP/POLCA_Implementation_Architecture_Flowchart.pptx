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POLCA – Characterization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clusters: synchronized spikes (~3% headroom)</a:t>
            </a:r>
          </a:p>
          <a:p>
            <a:pPr lvl="1"/>
            <a:r>
              <a:t>Inference clusters: desynchronized workloads (~21% headroom)</a:t>
            </a:r>
          </a:p>
          <a:p>
            <a:pPr lvl="1"/>
            <a:r>
              <a:t>Cluster-level power smoother than per-server peaks</a:t>
            </a:r>
          </a:p>
          <a:p>
            <a:pPr lvl="1"/>
            <a:r>
              <a:t>Inference offers safe power oversubscription opportunity</a:t>
            </a:r>
          </a:p>
          <a:p>
            <a:pPr lvl="1"/>
            <a:r>
              <a:t>OOB GPU control is slow → requires proactive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Characterization to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Exploit inference power headroom safely</a:t>
            </a:r>
          </a:p>
          <a:p>
            <a:pPr lvl="1"/>
            <a:r>
              <a:t>Maximize additional servers under fixed power budget</a:t>
            </a:r>
          </a:p>
          <a:p>
            <a:pPr lvl="1"/>
            <a:r>
              <a:t>Preserve inference latency SLOs</a:t>
            </a:r>
          </a:p>
          <a:p>
            <a:pPr lvl="1"/>
            <a:r>
              <a:t>Work under virtualization (no IB driver access)</a:t>
            </a:r>
          </a:p>
          <a:p>
            <a:pPr lvl="1"/>
            <a:r>
              <a:t>Integrate with existing datacenter power hierarchy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POLCA Architecture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Row Power Monitoring</a:t>
            </a:r>
          </a:p>
          <a:p>
            <a:r>
              <a:t>(PDU + IPMI)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POLCA Controller</a:t>
            </a:r>
          </a:p>
          <a:p>
            <a:r>
              <a:t>(Headroom + Risk Detection)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56616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Throttle Decision</a:t>
            </a:r>
          </a:p>
          <a:p>
            <a:r>
              <a:t>(SLO-aware selection)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63439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OOB Command</a:t>
            </a:r>
          </a:p>
          <a:p>
            <a:r>
              <a:t>(BMC → SMBPBI)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760720"/>
            <a:ext cx="3657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GPU Frequency Lock Applied</a:t>
            </a:r>
          </a:p>
        </p:txBody>
      </p:sp>
      <p:cxnSp>
        <p:nvCxnSpPr>
          <p:cNvPr id="8" name="Connector 7"/>
          <p:cNvCxnSpPr>
            <a:stCxn id="3" idx="2"/>
            <a:endCxn id="4" idx="0"/>
          </p:cNvCxnSpPr>
          <p:nvPr/>
        </p:nvCxnSpPr>
        <p:spPr>
          <a:xfrm flipH="1">
            <a:off x="2743200" y="210312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4" idx="2"/>
            <a:endCxn id="5" idx="0"/>
          </p:cNvCxnSpPr>
          <p:nvPr/>
        </p:nvCxnSpPr>
        <p:spPr>
          <a:xfrm flipH="1">
            <a:off x="2743200" y="320040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5" idx="2"/>
            <a:endCxn id="6" idx="0"/>
          </p:cNvCxnSpPr>
          <p:nvPr/>
        </p:nvCxnSpPr>
        <p:spPr>
          <a:xfrm flipH="1">
            <a:off x="2743200" y="4297680"/>
            <a:ext cx="0" cy="3657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6" idx="2"/>
            <a:endCxn id="7" idx="0"/>
          </p:cNvCxnSpPr>
          <p:nvPr/>
        </p:nvCxnSpPr>
        <p:spPr>
          <a:xfrm flipH="1">
            <a:off x="2743200" y="5394959"/>
            <a:ext cx="0" cy="36576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POLCA Control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Monitor row-level power continuously</a:t>
            </a:r>
          </a:p>
          <a:p>
            <a:pPr lvl="1"/>
            <a:r>
              <a:t>2. Compute headroom (Budget - Current Usage)</a:t>
            </a:r>
          </a:p>
          <a:p>
            <a:pPr lvl="1"/>
            <a:r>
              <a:t>3. Detect risk proactively (before violation)</a:t>
            </a:r>
          </a:p>
          <a:p>
            <a:pPr lvl="1"/>
            <a:r>
              <a:t>4. Select low-priority inference servers</a:t>
            </a:r>
          </a:p>
          <a:p>
            <a:pPr lvl="1"/>
            <a:r>
              <a:t>5. Apply GPU frequency locking via OOB</a:t>
            </a:r>
          </a:p>
          <a:p>
            <a:pPr lvl="1"/>
            <a:r>
              <a:t>6. Restore frequency when safe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Frequency Locking?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capping is reactive and unstable</a:t>
            </a:r>
          </a:p>
          <a:p>
            <a:pPr lvl="1"/>
            <a:r>
              <a:t>Frequency locking gives predictable power reduction</a:t>
            </a:r>
          </a:p>
          <a:p>
            <a:pPr lvl="1"/>
            <a:r>
              <a:t>Reduces oscillations in cluster power</a:t>
            </a:r>
          </a:p>
          <a:p>
            <a:pPr lvl="1"/>
            <a:r>
              <a:t>Better SLO protection</a:t>
            </a:r>
          </a:p>
          <a:p>
            <a:pPr lvl="1"/>
            <a:r>
              <a:t>Works with slow OOB interfaces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power oversubscription for inference clusters</a:t>
            </a:r>
          </a:p>
          <a:p>
            <a:pPr lvl="1"/>
            <a:r>
              <a:t>Supports ~30% more servers</a:t>
            </a:r>
          </a:p>
          <a:p>
            <a:pPr lvl="1"/>
            <a:r>
              <a:t>Minimal throttling events</a:t>
            </a:r>
          </a:p>
          <a:p>
            <a:pPr lvl="1"/>
            <a:r>
              <a:t>Minimal latency degradation</a:t>
            </a:r>
          </a:p>
          <a:p>
            <a:pPr lvl="1"/>
            <a:r>
              <a:t>Deployable using existing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