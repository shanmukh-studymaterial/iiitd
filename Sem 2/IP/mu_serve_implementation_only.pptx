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µ-Serve Implementation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Focus: Section 3 (Design &amp; Implementation)</a:t>
            </a:r>
          </a:p>
          <a:p>
            <a:pPr lvl="1"/>
            <a:r>
              <a:t>Goal: Minimize power while preserving SLO</a:t>
            </a:r>
          </a:p>
          <a:p>
            <a:pPr lvl="1"/>
            <a:r>
              <a:t>Two Phases: Offline Planning + Online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Offline Phase – Operator Sensitivity Profiling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Profile primitive operators (XLA HLO level)</a:t>
            </a:r>
          </a:p>
          <a:p>
            <a:pPr lvl="1"/>
            <a:r>
              <a:t>Run operators at default and half frequency</a:t>
            </a:r>
          </a:p>
          <a:p>
            <a:pPr lvl="1"/>
            <a:r>
              <a:t>Sensitivity = ΔLatency / ΔFrequency</a:t>
            </a:r>
          </a:p>
          <a:p>
            <a:pPr lvl="1"/>
            <a:r>
              <a:t>Build operator sensitivity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 Clustering (Algorithm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Traverse model computation graph</a:t>
            </a:r>
          </a:p>
          <a:p>
            <a:pPr lvl="1"/>
            <a:r>
              <a:t>Group neighboring operators with similar sensitivity</a:t>
            </a:r>
          </a:p>
          <a:p>
            <a:pPr lvl="1"/>
            <a:r>
              <a:t>Create 'operator clusters' as atomic units</a:t>
            </a:r>
          </a:p>
          <a:p>
            <a:pPr lvl="1"/>
            <a:r>
              <a:t>Partition models by power behavior (not layers)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Power-Aware Model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Extend AlpaServe auto-parallelization</a:t>
            </a:r>
          </a:p>
          <a:p>
            <a:pPr lvl="1"/>
            <a:r>
              <a:t>Use operator clusters as partitioning units</a:t>
            </a:r>
          </a:p>
          <a:p>
            <a:pPr lvl="1"/>
            <a:r>
              <a:t>Generate multiple parallel configurations</a:t>
            </a:r>
          </a:p>
          <a:p>
            <a:pPr lvl="1"/>
            <a:r>
              <a:t>Output: Partition plans with memory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Power-Aware Model Placement (Algorithm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Treat GPUs as bins</a:t>
            </a:r>
          </a:p>
          <a:p>
            <a:pPr lvl="1"/>
            <a:r>
              <a:t>Estimate partition sensitivity (weighted sum)</a:t>
            </a:r>
          </a:p>
          <a:p>
            <a:pPr lvl="1"/>
            <a:r>
              <a:t>Sort partitions by sensitivity</a:t>
            </a:r>
          </a:p>
          <a:p>
            <a:pPr lvl="1"/>
            <a:r>
              <a:t>Place similar-sensitivity partitions together</a:t>
            </a:r>
          </a:p>
          <a:p>
            <a:pPr lvl="1"/>
            <a:r>
              <a:t>Avoid mixing sensitive + insensitive 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Phase – Speculative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Target: Autoregressive (LLM) models</a:t>
            </a:r>
          </a:p>
          <a:p>
            <a:pPr lvl="1"/>
            <a:r>
              <a:t>Predict output token length</a:t>
            </a:r>
          </a:p>
          <a:p>
            <a:pPr lvl="1"/>
            <a:r>
              <a:t>Use Speculative Shortest Job First (SSJF)</a:t>
            </a:r>
          </a:p>
          <a:p>
            <a:pPr lvl="1"/>
            <a:r>
              <a:t>Avoid Head-of-Line blocking</a:t>
            </a:r>
          </a:p>
          <a:p>
            <a:pPr lvl="1"/>
            <a:r>
              <a:t>Improve latency predictability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 Length Predictor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Proxy Model: Fine-tuned BERT</a:t>
            </a:r>
          </a:p>
          <a:p>
            <a:pPr lvl="1"/>
            <a:r>
              <a:t>Multi-class ordinal classification (5 classes)</a:t>
            </a:r>
          </a:p>
          <a:p>
            <a:pPr lvl="1"/>
            <a:r>
              <a:t>Two-phase training (full fine-tune + classifier tuning)</a:t>
            </a:r>
          </a:p>
          <a:p>
            <a:pPr lvl="1"/>
            <a:r>
              <a:t>Use semantic cache for hot inputs</a:t>
            </a:r>
          </a:p>
          <a:p>
            <a:pPr lvl="1"/>
            <a:r>
              <a:t>Prediction overhead &lt; 1% of execution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GPU Frequency Scaling – MIAD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Start at default (max) frequency</a:t>
            </a:r>
          </a:p>
          <a:p>
            <a:pPr lvl="1"/>
            <a:r>
              <a:t>Monitor latency every 500ms</a:t>
            </a:r>
          </a:p>
          <a:p>
            <a:pPr lvl="1"/>
            <a:r>
              <a:t>Compute latency slack</a:t>
            </a:r>
          </a:p>
          <a:p>
            <a:pPr lvl="1"/>
            <a:r>
              <a:t>If slack small → multiply frequency up</a:t>
            </a:r>
          </a:p>
          <a:p>
            <a:pPr lvl="1"/>
            <a:r>
              <a:t>If slack large → step frequency down</a:t>
            </a:r>
          </a:p>
          <a:p>
            <a:pPr lvl="1"/>
            <a:r>
              <a:t>Conservative down-scaling, aggressive up-scaling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Loop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Scheduler improves predictability</a:t>
            </a:r>
          </a:p>
          <a:p>
            <a:pPr lvl="1"/>
            <a:r>
              <a:t>Predictability increases power-saving headroom</a:t>
            </a:r>
          </a:p>
          <a:p>
            <a:pPr lvl="1"/>
            <a:r>
              <a:t>Frequency scaler exploits slack safely</a:t>
            </a:r>
          </a:p>
          <a:p>
            <a:pPr lvl="1"/>
            <a:r>
              <a:t>Closed-loop hardware control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6.1K lines Python</a:t>
            </a:r>
          </a:p>
          <a:p>
            <a:pPr lvl="1"/>
            <a:r>
              <a:t>Built on AlpaServe</a:t>
            </a:r>
          </a:p>
          <a:p>
            <a:pPr lvl="1"/>
            <a:r>
              <a:t>GPTCache for semantic cache</a:t>
            </a:r>
          </a:p>
          <a:p>
            <a:pPr lvl="1"/>
            <a:r>
              <a:t>FAISS for vector similarity</a:t>
            </a:r>
          </a:p>
          <a:p>
            <a:pPr lvl="1"/>
            <a:r>
              <a:t>Deployed on 8-node, 16-GPU cluster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