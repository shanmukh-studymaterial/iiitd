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2DBC1-903C-F0D2-C0B7-867298DB36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923A2C-D8C9-EF50-0D1F-2FE09F3BF1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1A105-58A3-C839-FC51-D88A5C7A2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18010-09AC-440B-9C23-10C3DD0ACA5A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C4A88D-4AC7-FFF2-FD7C-FDF2A3C18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52AB3-4845-8B1B-103F-A7CA7E8BA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BC3FD-660A-41C2-B8EA-E948641123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0790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C6EC5-85B1-B072-3B14-34E57CC41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318EE-E04A-1256-40E6-F23B71692B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C6BF09-83B3-BB6E-71EA-102853954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18010-09AC-440B-9C23-10C3DD0ACA5A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EA3B0-FD8B-F10A-7A5A-6F97AD683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D4050-B44A-2619-7338-F6D6FE2AE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BC3FD-660A-41C2-B8EA-E948641123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3734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04570-2DBB-1F9E-C9CA-0FA1BE684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012D8F-B71E-F270-000E-DE408164FC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E3FBD-E51B-2C4A-00E8-E7DEAC4D0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18010-09AC-440B-9C23-10C3DD0ACA5A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D1EF8-1F31-4B11-78A9-DC80E89AA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BB79FF-AD44-022C-CC05-289F02D53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BC3FD-660A-41C2-B8EA-E948641123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5930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579BB-3EA3-BAE4-D9EB-C244F1FFE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5DDF3-2B61-93FA-58B7-4AC292FEC7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73F81C-E1AB-E63F-0218-3259395921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36EACD-4348-0990-66CA-DCF856604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18010-09AC-440B-9C23-10C3DD0ACA5A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9113F5-DE42-EC8C-5E57-4B3B11F79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A8798A-C18A-F471-6697-7F5D2EDFD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BC3FD-660A-41C2-B8EA-E948641123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8555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BA97E-8B15-5713-38EA-4A110BEF2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939625-DEAD-4B68-87BA-A35E94093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01B4D5-7BBC-A659-A7DC-F8D44FE14D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73DD33-00B6-E6B2-83F7-E28906E22E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8C38E6-26D8-9ABD-316C-F00E5F8550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1AC0F0-5975-BD62-C28C-F85280A5C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18010-09AC-440B-9C23-10C3DD0ACA5A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1BE53E-9529-D2B3-6476-04CF187E1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46A74D-F052-9F7E-0572-86651AF47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BC3FD-660A-41C2-B8EA-E948641123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540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64A0A-7261-5004-4731-935A8F50C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1E28C5-4EA9-A00F-8FB4-5D1891087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18010-09AC-440B-9C23-10C3DD0ACA5A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9046F5-836C-B8B9-4944-37AAB399D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4C3CAC-88BA-EDF5-727A-FFEBD08C1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BC3FD-660A-41C2-B8EA-E948641123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9626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D8CD21-6073-52C8-F6A1-3B8AAE149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18010-09AC-440B-9C23-10C3DD0ACA5A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128412-4106-1F0C-D93D-AC7D10321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B353C5-607A-CEB1-D81D-00E7B801F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BC3FD-660A-41C2-B8EA-E948641123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8192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9BF9A-8BF7-12A9-C929-D8EC5D33D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E73E6-87E4-B11D-CDD5-031DB9E7C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1C377D-9ECB-4A01-5D31-13D322AE75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333789-1095-82DE-9005-F444FD4AC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18010-09AC-440B-9C23-10C3DD0ACA5A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3AADAA-0C20-8C9C-5B74-DB7D378BD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42F969-4DD4-926B-2EAD-AAC1C1F57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BC3FD-660A-41C2-B8EA-E948641123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3055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A83DD-3914-055A-B0D8-086337B75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249EED-6344-FE20-4BB0-FABF4EED1A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91F0D0-8DFD-C5E5-C81F-7F1BE3C29D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9A97AF-F6B1-8989-2728-F8309FF19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18010-09AC-440B-9C23-10C3DD0ACA5A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C08BD5-AAB3-010D-00C4-98952017D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D87ACD-3DB4-EA78-8B80-CE19DE038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BC3FD-660A-41C2-B8EA-E948641123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5668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F4012-04D6-BFEA-6887-376C95EFD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3BBA2D-FEB3-B403-A537-D7560521CE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9A753C-89DB-DC13-D570-F0C178E68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18010-09AC-440B-9C23-10C3DD0ACA5A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B8239-E05E-4DBF-E829-A2FE8FDA0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72B74-5B6D-F040-1141-4FDAC599D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BC3FD-660A-41C2-B8EA-E948641123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7071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11B8EA-F463-C7CF-CBBA-E6D293D823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605D95-562F-D745-1143-B62108EABA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1885EA-DC19-1796-C520-FF7F7DBDE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18010-09AC-440B-9C23-10C3DD0ACA5A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9F453-AE4B-4242-B623-EC6E06121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A3D2E7-A693-DB0B-A573-517C3DD0F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BC3FD-660A-41C2-B8EA-E948641123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217106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5BD9E2-F9A8-B32F-7866-C2FAD9233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F1C172-788A-27F9-1C2B-0AD77132A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E84EE-E574-02E6-34A5-A3388F1FF2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018010-09AC-440B-9C23-10C3DD0ACA5A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718B7-D5E6-33FE-82FB-2E4672F51E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B37F2-DEC7-1215-EF39-B15EC01E4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2BC3FD-660A-41C2-B8EA-E948641123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2425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Research Paper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Presesnter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966C3-06DD-E778-1A07-ED0760AA1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F59BA-CF44-2F47-A62B-C985CBB29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What is the background – domain/subdomain of this paper?</a:t>
            </a:r>
          </a:p>
          <a:p>
            <a:pPr marL="0" indent="0">
              <a:buNone/>
            </a:pPr>
            <a:r>
              <a:rPr lang="en-US" dirty="0"/>
              <a:t>(Explain the jargons)</a:t>
            </a:r>
          </a:p>
        </p:txBody>
      </p:sp>
    </p:spTree>
    <p:extLst>
      <p:ext uri="{BB962C8B-B14F-4D97-AF65-F5344CB8AC3E}">
        <p14:creationId xmlns:p14="http://schemas.microsoft.com/office/powerpoint/2010/main" val="3406563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0E76A-3E7C-3E00-E23A-BC3B955A2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066FB-74C8-F382-AD71-832C392786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What problem is it trying to solve?</a:t>
            </a:r>
          </a:p>
          <a:p>
            <a:r>
              <a:rPr lang="en-US" dirty="0"/>
              <a:t>What is the problem background?</a:t>
            </a:r>
          </a:p>
          <a:p>
            <a:r>
              <a:rPr lang="en-US" dirty="0"/>
              <a:t>What is the problem type?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199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75DD0-B831-3FB3-8DC8-47273DE6B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should I care about this problem?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FEBDC-4C80-6AA7-5438-7103D3B6CF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Map the problem back to the background and why it matter!</a:t>
            </a:r>
          </a:p>
        </p:txBody>
      </p:sp>
    </p:spTree>
    <p:extLst>
      <p:ext uri="{BB962C8B-B14F-4D97-AF65-F5344CB8AC3E}">
        <p14:creationId xmlns:p14="http://schemas.microsoft.com/office/powerpoint/2010/main" val="3699043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EF220-6EB4-D333-1EC2-6E8E5F97D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of the 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1897A-C58C-CC4E-D2B0-CD315945A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What are the state of the art for this domain, and subdomain of this problem?</a:t>
            </a:r>
          </a:p>
          <a:p>
            <a:r>
              <a:rPr lang="en-US" dirty="0"/>
              <a:t>RELATED WORK</a:t>
            </a:r>
          </a:p>
          <a:p>
            <a:r>
              <a:rPr lang="en-US" dirty="0"/>
              <a:t>Describe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535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85CA9-0BA9-B7B0-A0D6-2A8F57298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Gap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2A797-D8C1-911F-3B52-8CB93CD64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What are the state of the art Not doing?</a:t>
            </a:r>
          </a:p>
          <a:p>
            <a:endParaRPr lang="en-US" dirty="0"/>
          </a:p>
          <a:p>
            <a:r>
              <a:rPr lang="en-US" dirty="0"/>
              <a:t>(Also go through the references mentioned in the Introduction, and figure out what could be the most relevant next study)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421150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Characterizing Power Management Opportunities for LLMs in the Cloud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Presenter: Shanmukh</a:t>
            </a:r>
          </a:p>
          <a:p>
            <a:pPr lvl="1"/>
            <a:r>
              <a:t>Course / Lab / Seminar</a:t>
            </a:r>
          </a:p>
          <a:p>
            <a:pPr lvl="1"/>
            <a:r>
              <a:t>Based on ASPLOS 2024 Research Paper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Background: Domain &amp; Subdomain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Domain: Cloud Computing + Systems + Machine Learning Infrastructure</a:t>
            </a:r>
          </a:p>
          <a:p>
            <a:pPr lvl="1"/>
            <a:r>
              <a:t>Subdomain: Power and Energy Management for GPU-based LLM Clusters</a:t>
            </a:r>
          </a:p>
          <a:p>
            <a:pPr lvl="1"/>
            <a:r>
              <a:t>Large Language Models (LLMs) run on thousands of GPUs in data centers</a:t>
            </a:r>
          </a:p>
          <a:p>
            <a:pPr lvl="1"/>
            <a:r>
              <a:t>Power, cooling, and electrical limits now constrain scalability more than GPU availability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Jargons Explained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LLM: Transformer-based AI model (GPT, LLaMA, BLOOM)</a:t>
            </a:r>
          </a:p>
          <a:p>
            <a:pPr lvl="1"/>
            <a:r>
              <a:t>GPU: Parallel hardware accelerator for AI computation</a:t>
            </a:r>
          </a:p>
          <a:p>
            <a:pPr lvl="1"/>
            <a:r>
              <a:t>PDU: Power Distribution Unit (row/rack-level power monitor)</a:t>
            </a:r>
          </a:p>
          <a:p>
            <a:pPr lvl="1"/>
            <a:r>
              <a:t>BMC/IPMI: Server management hardware + protocol (OOB)</a:t>
            </a:r>
          </a:p>
          <a:p>
            <a:pPr lvl="1"/>
            <a:r>
              <a:t>DCGM: GPU monitoring software (IB)</a:t>
            </a:r>
          </a:p>
          <a:p>
            <a:pPr lvl="1"/>
            <a:r>
              <a:t>SM: Streaming Multiprocessor (GPU compute unit)</a:t>
            </a:r>
          </a:p>
          <a:p>
            <a:pPr lvl="1"/>
            <a:r>
              <a:t>QoS: Quality of Service (performance guarantees)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Being Solved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GPU clusters for LLMs are limited by data center power, not GPU supply</a:t>
            </a:r>
          </a:p>
          <a:p>
            <a:pPr lvl="1"/>
            <a:r>
              <a:t>Training causes synchronized cluster-wide power spikes</a:t>
            </a:r>
          </a:p>
          <a:p>
            <a:pPr lvl="1"/>
            <a:r>
              <a:t>Inference wastes unused power headroom at cluster level</a:t>
            </a:r>
          </a:p>
          <a:p>
            <a:pPr lvl="1"/>
            <a:r>
              <a:t>Existing GPU power controls are slow, OS-dependent, or reactive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Problem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Building new data centers takes years and millions of dollars</a:t>
            </a:r>
          </a:p>
          <a:p>
            <a:pPr lvl="1"/>
            <a:r>
              <a:t>Unused power headroom reduces AI service scalability</a:t>
            </a:r>
          </a:p>
          <a:p>
            <a:pPr lvl="1"/>
            <a:r>
              <a:t>Better power control enables more LLM servers per data center</a:t>
            </a:r>
          </a:p>
          <a:p>
            <a:pPr lvl="1"/>
            <a:r>
              <a:t>Improves efficiency, cost, and sustainability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 of the 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CPU Power Control: RAPL, DVFS</a:t>
            </a:r>
          </a:p>
          <a:p>
            <a:pPr lvl="1"/>
            <a:r>
              <a:t>Rack/Row Power Capping using PDUs</a:t>
            </a:r>
          </a:p>
          <a:p>
            <a:pPr lvl="1"/>
            <a:r>
              <a:t>GPU Monitoring via DCGM and vendor tools</a:t>
            </a:r>
          </a:p>
          <a:p>
            <a:pPr lvl="1"/>
            <a:r>
              <a:t>Cloud QoS-aware scheduling systems</a:t>
            </a:r>
          </a:p>
          <a:p>
            <a:pPr lvl="1"/>
            <a:r>
              <a:t>Limitations: Focus on CPUs or single-node control, not GPU clusters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cluster-level GPU power oversubscription frameworks</a:t>
            </a:r>
          </a:p>
          <a:p>
            <a:pPr lvl="1"/>
            <a:r>
              <a:t>Limited study of training vs inference power behavior</a:t>
            </a:r>
          </a:p>
          <a:p>
            <a:pPr lvl="1"/>
            <a:r>
              <a:t>No hardware-level analysis of prompt vs token phases</a:t>
            </a:r>
          </a:p>
          <a:p>
            <a:pPr lvl="1"/>
            <a:r>
              <a:t>Lack of proactive, QoS-aware GPU power management systems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Power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Utility Grid → UPS → Generator → PDU (Row Level)</a:t>
            </a:r>
          </a:p>
          <a:p>
            <a:pPr lvl="1"/>
            <a:r>
              <a:t>PDU → Racks → Servers → GPUs</a:t>
            </a:r>
          </a:p>
          <a:p>
            <a:pPr lvl="1"/>
            <a:r>
              <a:t>Monitoring: GPU → DCGM → IPMI → BMC → Rack Manager → PDU</a:t>
            </a:r>
          </a:p>
          <a:p>
            <a:pPr lvl="1"/>
            <a:r>
              <a:t>Control: PDU → POLCA → IPMI → BMC → SMBPBI → GPU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vs Inference Power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Training: Forward + Backward passes, heavy GPU synchronization</a:t>
            </a:r>
          </a:p>
          <a:p>
            <a:pPr lvl="1"/>
            <a:r>
              <a:t>Result: Large, aligned cluster-wide power spikes</a:t>
            </a:r>
          </a:p>
          <a:p>
            <a:pPr lvl="1"/>
            <a:r>
              <a:t>Inference: Two phases per request</a:t>
            </a:r>
          </a:p>
          <a:p>
            <a:pPr lvl="1"/>
            <a:r>
              <a:t>Prompt Phase: Short, compute-heavy, high power</a:t>
            </a:r>
          </a:p>
          <a:p>
            <a:pPr lvl="1"/>
            <a:r>
              <a:t>Token Phase: Long, memory-bound, low stable power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headroom ≈ 3% → Oversubscription unsafe</a:t>
            </a:r>
          </a:p>
          <a:p>
            <a:pPr lvl="1"/>
            <a:r>
              <a:t>Inference headroom ≈ 20%+ → Oversubscription safe</a:t>
            </a:r>
          </a:p>
          <a:p>
            <a:pPr lvl="1"/>
            <a:r>
              <a:t>Power smoothing occurs at cluster level, not server level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Control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Frequency Locking: Proactive, predictable power reduction</a:t>
            </a:r>
          </a:p>
          <a:p>
            <a:pPr lvl="1"/>
            <a:r>
              <a:t>Power Capping: Reactive, unreliable due to slow OOB path</a:t>
            </a:r>
          </a:p>
          <a:p>
            <a:pPr lvl="1"/>
            <a:r>
              <a:t>SMBPBI latency: 5–40 seconds</a:t>
            </a:r>
          </a:p>
          <a:p>
            <a:pPr lvl="1"/>
            <a:r>
              <a:t>UPS safety window: ~10 seconds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POLCA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Cluster-level power management system</a:t>
            </a:r>
          </a:p>
          <a:p>
            <a:pPr lvl="1"/>
            <a:r>
              <a:t>Uses row-level power telemetry from PDUs</a:t>
            </a:r>
          </a:p>
          <a:p>
            <a:pPr lvl="1"/>
            <a:r>
              <a:t>QoS-aware: Protects high-priority workloads</a:t>
            </a:r>
          </a:p>
          <a:p>
            <a:pPr lvl="1"/>
            <a:r>
              <a:t>Throttles low-priority workloads using frequency locking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 to 30% more inference servers safely deployed</a:t>
            </a:r>
          </a:p>
          <a:p>
            <a:pPr lvl="1"/>
            <a:r>
              <a:t>Minimal performance loss (~5–7% TTFT impact)</a:t>
            </a:r>
          </a:p>
          <a:p>
            <a:pPr lvl="1"/>
            <a:r>
              <a:t>Improved power utilization and scalability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Power is the main bottleneck for cloud LLM scalability</a:t>
            </a:r>
          </a:p>
          <a:p>
            <a:pPr lvl="1"/>
            <a:r>
              <a:t>Training and inference have fundamentally different power profiles</a:t>
            </a:r>
          </a:p>
          <a:p>
            <a:pPr lvl="1"/>
            <a:r>
              <a:t>Prompt/token phase behavior explains power headroom</a:t>
            </a:r>
          </a:p>
          <a:p>
            <a:pPr lvl="1"/>
            <a:r>
              <a:t>POLCA enables safe, QoS-aware power oversubscription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123</Words>
  <Application>Microsoft Office PowerPoint</Application>
  <PresentationFormat>Widescreen</PresentationFormat>
  <Paragraphs>19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Research Paper Title</vt:lpstr>
      <vt:lpstr>Background</vt:lpstr>
      <vt:lpstr>Problem </vt:lpstr>
      <vt:lpstr>Why should I care about this problem?</vt:lpstr>
      <vt:lpstr>State of the Art</vt:lpstr>
      <vt:lpstr>Research Gap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yeshwanth agithe</dc:creator>
  <cp:lastModifiedBy>yeshwanth agithe</cp:lastModifiedBy>
  <cp:revision>1</cp:revision>
  <dcterms:created xsi:type="dcterms:W3CDTF">2026-02-02T13:08:46Z</dcterms:created>
  <dcterms:modified xsi:type="dcterms:W3CDTF">2026-02-02T13:19:05Z</dcterms:modified>
</cp:coreProperties>
</file>