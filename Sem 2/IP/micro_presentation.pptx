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This paper is included in the Proceedings of the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Presentation for micro.pdf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1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1237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2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11125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4991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8735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6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7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8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980027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9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10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11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4991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12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13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Figure/Graph 14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