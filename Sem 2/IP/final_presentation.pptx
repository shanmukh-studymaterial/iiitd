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 Signal to Rule Them 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Systematic Analysis of In-Network Congestion Signals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