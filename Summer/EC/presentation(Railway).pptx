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3F8BA-4578-42CA-88AE-5E70BBCC62E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08E12-53DF-4C44-9188-559309B47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85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8E12-53DF-4C44-9188-559309B472B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668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8AF5-CF6A-C054-DF18-FAC4F7C73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CB96D-0094-7733-4D04-84C019565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49ED-99F0-DD76-D47C-3AFDAA62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53A1-D77E-F70B-E24A-CC1290E3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7A3E4-8D7A-3E12-FD9D-F52695A7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199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26B3-E1E1-B6DC-300C-94A0FD731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C0591-0D6C-4BBA-395A-668A1903A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C69F3-2788-7E53-86F2-E3F3E144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0804-B450-983E-4829-AF6B86C33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1D3F8-FE25-A713-B92E-B3216D58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19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0846-75A4-C3CA-D6F9-FF00C3FD5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AE7B1-E695-1AA2-B552-F0CF2E1AB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09DA-ABB9-6561-C4B6-71E40462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098D-1E98-B269-85A3-0037DF8A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49F0-0246-EAAB-5224-150A2DB9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6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7741B-B740-FA29-6051-618ABDAC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67B35-6B4E-2E24-05B9-78A56417F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2A1AC-D5FA-2050-5EC1-1EDA53CF9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3DA19-076C-D4AE-F62C-7CCB7667C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19FC5-1881-B10B-C827-196719B0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45A25-268A-3163-C5CF-3B05C83C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05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0074-D4C6-3052-64C1-70A46E65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E77A1-85F5-D8DD-23B3-CE75A21CA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6135C-F3D5-8FA4-4067-98E6EE7F4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2E557B-1D6F-4BB2-E598-9DBE4C2B2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7776B-74C9-F0D8-0AED-CB2701FB7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9789E-3D48-930A-7034-7E067E72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A2B133-CDC1-64F8-FBEF-8DC2AC16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FA2C3-621E-FBF9-E0CA-B23B1605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97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4B87-FF5A-C656-E5CE-D0D133770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7E27C-529B-DF7F-03A0-E3182F81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3C1D0-52F0-FCF2-4514-50D487A1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D4A9F-6CAD-9AB3-9D1B-28A1F4F1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49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EF143-7D45-3B6C-9785-02E0FCDF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7C170-DBAE-7BF7-202A-74B4561D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EC7E9-9B00-1D22-5E72-CD23DDF6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75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661A-DF40-C0EE-E934-698FB19E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FF60-1136-37F8-E5F6-EF67A2681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21C9C-18E5-9C3B-EE09-ED20EA5A4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0C966-5E20-6C32-D206-D9958841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37F0C-FBF7-994A-6F90-479D024F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1A745-DE46-2769-6071-8445BDC4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90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A7D2-62ED-2E37-CD98-AE14048B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87B9B2-6EFD-9458-E55A-B76458C44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90901-9630-4929-50D6-529E271AA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C681A-A284-5680-40B3-8CDC19A8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CD71A-148D-8677-A894-03FEAFC79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81D1D-5DD8-DC95-92B9-CE0A767B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338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8C15-B8DC-0203-6D16-59658B20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AE812-90E4-A965-4594-E0A39F461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3B24-715D-3F64-5358-6F00C827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4FE3F-9B80-83D9-7244-BC362134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0E7AD-C355-3E24-E6E4-D400139C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46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30EFD-0DB6-274C-A4FD-4E8347189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BE398-563F-3B7B-2087-5362AFCC6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FA295-00C1-F700-C1AB-B4125F91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9C623-5128-D480-E98D-1BA4825AA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CAC45-F4B9-74EF-B544-DEDF518E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86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49D253-E86A-219A-6FDA-EF8CB8CC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E0B26-26B8-FB66-B7FA-0E4F78DAC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9266D-6D0E-8A82-4983-7580939A3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45911-EDCF-4062-9779-0DCB87692BBC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9D3D2-87F0-3A7A-4245-971D4081E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102A7-744A-7270-51B1-A2F0B041D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6CE35-9DD1-49A2-8CD5-2684281282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85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6866F8-CBBE-5626-39F6-53E50521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1" t="32511" r="-414" b="2102"/>
          <a:stretch>
            <a:fillRect/>
          </a:stretch>
        </p:blipFill>
        <p:spPr>
          <a:xfrm>
            <a:off x="5688964" y="1222623"/>
            <a:ext cx="6320156" cy="426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6068B2-B013-F971-3321-343A8465501D}"/>
              </a:ext>
            </a:extLst>
          </p:cNvPr>
          <p:cNvSpPr txBox="1"/>
          <p:nvPr/>
        </p:nvSpPr>
        <p:spPr>
          <a:xfrm>
            <a:off x="182880" y="1371600"/>
            <a:ext cx="50444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u="sng" dirty="0">
                <a:solidFill>
                  <a:schemeClr val="accent2">
                    <a:lumMod val="50000"/>
                  </a:schemeClr>
                </a:solidFill>
              </a:rPr>
              <a:t>Smart Train Seat Allocation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C82A6-98BF-C4F1-998B-84F107C9289F}"/>
              </a:ext>
            </a:extLst>
          </p:cNvPr>
          <p:cNvSpPr txBox="1"/>
          <p:nvPr/>
        </p:nvSpPr>
        <p:spPr>
          <a:xfrm>
            <a:off x="1097280" y="3002280"/>
            <a:ext cx="4297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- Improving train seat utilization through segment-based seat allocation.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F74D1-6FF8-E4D3-ECF5-4E554EB9F7BF}"/>
              </a:ext>
            </a:extLst>
          </p:cNvPr>
          <p:cNvSpPr txBox="1"/>
          <p:nvPr/>
        </p:nvSpPr>
        <p:spPr>
          <a:xfrm>
            <a:off x="182880" y="5135880"/>
            <a:ext cx="55060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Presented By:</a:t>
            </a:r>
            <a:br>
              <a:rPr lang="en-IN" sz="3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3200" dirty="0">
                <a:solidFill>
                  <a:schemeClr val="accent1">
                    <a:lumMod val="50000"/>
                  </a:schemeClr>
                </a:solidFill>
              </a:rPr>
              <a:t>Agithe Yeshwanth  - MT25059</a:t>
            </a:r>
          </a:p>
          <a:p>
            <a:endParaRPr lang="en-IN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23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A7D115-8AAB-233C-3D4D-12EEE643A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817387"/>
            <a:ext cx="5115639" cy="18481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FDF899-C9A5-7C7E-472F-2A15D7E4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2">
                    <a:lumMod val="50000"/>
                  </a:schemeClr>
                </a:solidFill>
              </a:rPr>
              <a:t>Current Challenges in Train Reservations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D3A9-5CE8-03C9-22A5-8436D4934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189" y="1825625"/>
            <a:ext cx="5566612" cy="4351338"/>
          </a:xfrm>
        </p:spPr>
        <p:txBody>
          <a:bodyPr/>
          <a:lstStyle/>
          <a:p>
            <a:r>
              <a:rPr lang="en-IN" dirty="0"/>
              <a:t>Seats are allocated only if available for the entire journey.</a:t>
            </a:r>
          </a:p>
          <a:p>
            <a:r>
              <a:rPr lang="en-IN" dirty="0"/>
              <a:t>Many seats remain partially unused between stations.</a:t>
            </a:r>
          </a:p>
          <a:p>
            <a:r>
              <a:rPr lang="en-IN" dirty="0"/>
              <a:t>Passengers may remain on the waiting list despite available seat segments.</a:t>
            </a:r>
          </a:p>
          <a:p>
            <a:r>
              <a:rPr lang="en-IN" dirty="0"/>
              <a:t>Railway resources are not utilized efficiently.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538159-16FA-A221-3345-4797321B9B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149621" y="1426907"/>
            <a:ext cx="3062018" cy="365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3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AB28733-F330-57C4-07B8-9B0893340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4379194"/>
            <a:ext cx="3896269" cy="23053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DF255F-EEED-0BD6-CCC3-427507201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2">
                    <a:lumMod val="50000"/>
                  </a:schemeClr>
                </a:solidFill>
              </a:rPr>
              <a:t>Smart Segment-Based Seat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06514-34E9-31FB-A1B8-3D2B7D34EB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Divide the train route into station segments. </a:t>
            </a:r>
          </a:p>
          <a:p>
            <a:r>
              <a:rPr lang="en-IN" dirty="0"/>
              <a:t>Check seat availability for each segment.</a:t>
            </a:r>
          </a:p>
          <a:p>
            <a:r>
              <a:rPr lang="en-IN" dirty="0"/>
              <a:t>Allocate a single seat if available.</a:t>
            </a:r>
          </a:p>
          <a:p>
            <a:r>
              <a:rPr lang="en-IN" dirty="0"/>
              <a:t>Otherwise, suggest seat changes at intermediate stations.</a:t>
            </a:r>
          </a:p>
          <a:p>
            <a:r>
              <a:rPr lang="en-IN" dirty="0"/>
              <a:t>Generate a complete travel plan for the passenger.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2AAA79-0FC8-1B1E-3316-ECD2C92DCE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83493" y="2053159"/>
            <a:ext cx="2305372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5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3C4B6-A48A-6505-BBC1-24E2F282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en-IN" sz="6000" b="1" u="sng" dirty="0">
                <a:solidFill>
                  <a:schemeClr val="accent2">
                    <a:lumMod val="50000"/>
                  </a:schemeClr>
                </a:solidFill>
              </a:rPr>
              <a:t>Advantages of the System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69F231-7C9F-EBBF-50AC-70732069BF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0705" y="1993278"/>
            <a:ext cx="5181600" cy="1435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D6BD31-CFF8-532F-2190-2CE31A1EF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181601" cy="1451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8237C2-8768-815D-8C8C-23CFC207C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705" y="5020084"/>
            <a:ext cx="5181600" cy="147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9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6F75-975C-571F-F9DF-8C4B7EC11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IN" b="1" u="sng" dirty="0">
                <a:solidFill>
                  <a:schemeClr val="accent2">
                    <a:lumMod val="50000"/>
                  </a:schemeClr>
                </a:solidFill>
              </a:rPr>
              <a:t>Why Is It Not Commonly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F2FEC-498E-C9F6-8FFB-7B0748AE2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861884" cy="4351338"/>
          </a:xfrm>
        </p:spPr>
        <p:txBody>
          <a:bodyPr/>
          <a:lstStyle/>
          <a:p>
            <a:r>
              <a:rPr lang="en-IN" dirty="0"/>
              <a:t>Passengers may need to change seats during the journey.</a:t>
            </a:r>
          </a:p>
          <a:p>
            <a:r>
              <a:rPr lang="en-IN" dirty="0"/>
              <a:t>Reservation calculations become more complex.</a:t>
            </a:r>
          </a:p>
          <a:p>
            <a:r>
              <a:rPr lang="en-IN" dirty="0"/>
              <a:t>Group bookings are harder to manage.</a:t>
            </a:r>
          </a:p>
          <a:p>
            <a:r>
              <a:rPr lang="en-IN" dirty="0"/>
              <a:t>Real-time updates are required after cancellations.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51325-6EFE-99AE-A1BB-B7F89C4E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71" y="4331303"/>
            <a:ext cx="6297057" cy="19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1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D2EB1-B2B5-013B-63DD-CD09E0BE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			</a:t>
            </a:r>
            <a:r>
              <a:rPr lang="en-IN" b="1" u="sng" dirty="0">
                <a:solidFill>
                  <a:schemeClr val="accent2">
                    <a:lumMod val="50000"/>
                  </a:schemeClr>
                </a:solidFill>
              </a:rPr>
              <a:t>Who Will Benefit?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1A629-8EDE-7F41-08C1-A5BE828D0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96326" cy="1719680"/>
          </a:xfrm>
        </p:spPr>
        <p:txBody>
          <a:bodyPr>
            <a:noAutofit/>
          </a:bodyPr>
          <a:lstStyle/>
          <a:p>
            <a:r>
              <a:rPr lang="en-IN" dirty="0"/>
              <a:t>Primary Users</a:t>
            </a:r>
          </a:p>
          <a:p>
            <a:pPr lvl="1"/>
            <a:r>
              <a:rPr lang="en-IN" sz="2800" dirty="0"/>
              <a:t>Train passengers.</a:t>
            </a:r>
          </a:p>
          <a:p>
            <a:pPr lvl="1"/>
            <a:r>
              <a:rPr lang="en-IN" sz="2800" dirty="0"/>
              <a:t> Waiting-list passengers. </a:t>
            </a:r>
          </a:p>
          <a:p>
            <a:pPr lvl="1"/>
            <a:r>
              <a:rPr lang="en-IN" sz="2800" dirty="0"/>
              <a:t>Frequent </a:t>
            </a:r>
            <a:r>
              <a:rPr lang="en-IN" sz="2800" dirty="0" err="1"/>
              <a:t>travelers</a:t>
            </a:r>
            <a:r>
              <a:rPr lang="en-IN" sz="2800" dirty="0"/>
              <a:t>.</a:t>
            </a:r>
          </a:p>
          <a:p>
            <a:pPr lvl="1"/>
            <a:endParaRPr lang="en-IN" sz="2800" dirty="0"/>
          </a:p>
          <a:p>
            <a:pPr lvl="1"/>
            <a:endParaRPr lang="en-IN" sz="2800" dirty="0"/>
          </a:p>
          <a:p>
            <a:pPr lvl="1"/>
            <a:endParaRPr lang="en-IN" sz="2800" dirty="0"/>
          </a:p>
          <a:p>
            <a:pPr marL="457200" lvl="1" indent="0">
              <a:buNone/>
            </a:pP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74EE46-82FD-95D6-86B9-DCED2DED21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93472" y="1424685"/>
            <a:ext cx="3101812" cy="5284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167E5A-07DD-8ACB-36AC-893E42E2FC92}"/>
              </a:ext>
            </a:extLst>
          </p:cNvPr>
          <p:cNvSpPr txBox="1"/>
          <p:nvPr/>
        </p:nvSpPr>
        <p:spPr>
          <a:xfrm>
            <a:off x="838200" y="3930316"/>
            <a:ext cx="57230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Expected Impact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More confirmed tickets.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Better passenger satisfaction.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 Improved railway efficiency.</a:t>
            </a:r>
          </a:p>
        </p:txBody>
      </p:sp>
    </p:spTree>
    <p:extLst>
      <p:ext uri="{BB962C8B-B14F-4D97-AF65-F5344CB8AC3E}">
        <p14:creationId xmlns:p14="http://schemas.microsoft.com/office/powerpoint/2010/main" val="397508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2735-59E0-1ABE-3BFD-9A582467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2">
                    <a:lumMod val="50000"/>
                  </a:schemeClr>
                </a:solidFill>
              </a:rPr>
              <a:t>				</a:t>
            </a:r>
            <a:r>
              <a:rPr lang="en-IN" sz="5400" b="1" u="sng" dirty="0">
                <a:solidFill>
                  <a:schemeClr val="accent2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58B27-B4A7-C425-7FB6-4841E5365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3184" y="1857709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Current reservation systems may leave seats partially unused.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Smart Segment-Based Seat Allocation utilizes these unused segments.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Passengers receive more confirmed tickets.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Railways achieve better seat utilization and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3778332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Current Challenges in Train Reservations</vt:lpstr>
      <vt:lpstr>Smart Segment-Based Seat Allocation</vt:lpstr>
      <vt:lpstr> Advantages of the System</vt:lpstr>
      <vt:lpstr> Why Is It Not Commonly Used?</vt:lpstr>
      <vt:lpstr>   Who Will Benefit?</vt:lpstr>
      <vt:lpstr>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 agithe</dc:creator>
  <cp:lastModifiedBy>prashanth agithe</cp:lastModifiedBy>
  <cp:revision>1</cp:revision>
  <dcterms:created xsi:type="dcterms:W3CDTF">2026-06-04T16:07:33Z</dcterms:created>
  <dcterms:modified xsi:type="dcterms:W3CDTF">2026-06-04T16:07:53Z</dcterms:modified>
</cp:coreProperties>
</file>