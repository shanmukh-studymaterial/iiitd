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Students want to learn practical skills like coding, editing, design, and communication.</a:t>
            </a:r>
          </a:p>
          <a:p>
            <a:pPr/>
            <a:r>
              <a:t>Online courses are often expensive and lack personal interaction.</a:t>
            </a:r>
          </a:p>
          <a:p>
            <a:pPr/>
            <a:r>
              <a:t>Many talented students have skills but no platform to teach or showcase them.</a:t>
            </a:r>
          </a:p>
          <a:p>
            <a:pPr/>
            <a:r>
              <a:t>Peer-to-peer learning opportunities inside colleges are mostly unorganized.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/ Idea – SkillSwap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SkillSwap is a peer-learning platform where students teach and learn from each other.</a:t>
            </a:r>
          </a:p>
          <a:p>
            <a:pPr/>
            <a:r>
              <a:t>Users can exchange skills through online or offline sessions.</a:t>
            </a:r>
          </a:p>
          <a:p>
            <a:pPr/>
            <a:r>
              <a:t>Students earn credits or rewards by teaching others.</a:t>
            </a:r>
          </a:p>
          <a:p>
            <a:pPr/>
            <a:r>
              <a:t>AI-based matching connects learners with suitable mentors inside campuses.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&amp; 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 Audience: College students, freshers, campus clubs, and young professionals.</a:t>
            </a:r>
          </a:p>
          <a:p>
            <a:pPr/>
            <a:r>
              <a:t>Secondary Audience: Educational institutions and training communities.</a:t>
            </a:r>
          </a:p>
          <a:p>
            <a:pPr/>
            <a:r>
              <a:t>India has millions of college students seeking affordable skill-based learning.</a:t>
            </a:r>
          </a:p>
          <a:p>
            <a:pPr/>
            <a:r>
              <a:t>The growing EdTech and peer-learning market creates strong future potential for SkillSwap.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