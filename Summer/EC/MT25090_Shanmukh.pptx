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315548c1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315548c1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315548c1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315548c1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315548c1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315548c1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315548c1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315548c1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6391550" y="198550"/>
            <a:ext cx="2174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MT25090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