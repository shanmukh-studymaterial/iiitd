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Libre Franklin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ibreFranklin-bold.fntdata"/><Relationship Id="rId10" Type="http://schemas.openxmlformats.org/officeDocument/2006/relationships/font" Target="fonts/LibreFranklin-regular.fntdata"/><Relationship Id="rId13" Type="http://schemas.openxmlformats.org/officeDocument/2006/relationships/font" Target="fonts/LibreFranklin-boldItalic.fntdata"/><Relationship Id="rId12" Type="http://schemas.openxmlformats.org/officeDocument/2006/relationships/font" Target="fonts/LibreFranklin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059c8d59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059c8d59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22960" y="214952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22960" y="1581151"/>
            <a:ext cx="7543800" cy="28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6163820" y="4835129"/>
            <a:ext cx="1938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822959" y="4835129"/>
            <a:ext cx="511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245187" y="4835129"/>
            <a:ext cx="5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0" y="1"/>
            <a:ext cx="9144001" cy="51434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61" name="Google Shape;61;p14"/>
          <p:cNvSpPr txBox="1"/>
          <p:nvPr>
            <p:ph type="ctrTitle"/>
          </p:nvPr>
        </p:nvSpPr>
        <p:spPr>
          <a:xfrm>
            <a:off x="3967316" y="479323"/>
            <a:ext cx="4689988" cy="276451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341D"/>
              </a:buClr>
              <a:buSzPts val="3500"/>
              <a:buFont typeface="Bookman Old Style"/>
              <a:buNone/>
            </a:pPr>
            <a:r>
              <a:rPr b="1" lang="en-GB" sz="3500">
                <a:solidFill>
                  <a:srgbClr val="5F341D"/>
                </a:solidFill>
              </a:rPr>
              <a:t>What I Learned from Entrepreneurial Communication </a:t>
            </a:r>
            <a:endParaRPr b="1"/>
          </a:p>
        </p:txBody>
      </p:sp>
      <p:pic>
        <p:nvPicPr>
          <p:cNvPr descr="A picture containing building, sitting, bench, side&#10;&#10;Description automatically generated"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"/>
            <a:ext cx="3476486" cy="5143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4"/>
          <p:cNvCxnSpPr/>
          <p:nvPr/>
        </p:nvCxnSpPr>
        <p:spPr>
          <a:xfrm>
            <a:off x="4070816" y="3374194"/>
            <a:ext cx="422708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4"/>
          <p:cNvSpPr txBox="1"/>
          <p:nvPr/>
        </p:nvSpPr>
        <p:spPr>
          <a:xfrm>
            <a:off x="5017050" y="3722325"/>
            <a:ext cx="38031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AGITHE YESHWANTH - MT25059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26010" y="110827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Bookman Old Style"/>
              <a:buNone/>
            </a:pPr>
            <a:r>
              <a:rPr b="1" lang="en-GB" sz="3500">
                <a:solidFill>
                  <a:srgbClr val="741B47"/>
                </a:solidFill>
              </a:rPr>
              <a:t>My Communication Journey </a:t>
            </a:r>
            <a:endParaRPr b="1" sz="3500">
              <a:solidFill>
                <a:srgbClr val="741B47"/>
              </a:solidFill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788000" y="1850607"/>
            <a:ext cx="7886700" cy="28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2400">
                <a:solidFill>
                  <a:srgbClr val="000000"/>
                </a:solidFill>
              </a:rPr>
              <a:t>Fear while speaking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2400">
                <a:solidFill>
                  <a:srgbClr val="000000"/>
                </a:solidFill>
              </a:rPr>
              <a:t>Difficulty in presenting thoughts clearly</a:t>
            </a:r>
            <a:endParaRPr sz="24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2400">
                <a:solidFill>
                  <a:srgbClr val="000000"/>
                </a:solidFill>
              </a:rPr>
              <a:t>Need for better English speaking practice</a:t>
            </a:r>
            <a:endParaRPr sz="24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2400">
                <a:solidFill>
                  <a:srgbClr val="000000"/>
                </a:solidFill>
              </a:rPr>
              <a:t>Wanted to prepare for placements and interviews</a:t>
            </a:r>
            <a:endParaRPr sz="2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cxnSp>
        <p:nvCxnSpPr>
          <p:cNvPr id="71" name="Google Shape;71;p15"/>
          <p:cNvCxnSpPr/>
          <p:nvPr/>
        </p:nvCxnSpPr>
        <p:spPr>
          <a:xfrm>
            <a:off x="63400" y="1283650"/>
            <a:ext cx="8795400" cy="7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751360" y="2"/>
            <a:ext cx="7543800" cy="10881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741B47"/>
                </a:solidFill>
              </a:rPr>
              <a:t>What I Learned Through Activities </a:t>
            </a:r>
            <a:endParaRPr b="1" sz="3300">
              <a:solidFill>
                <a:srgbClr val="741B47"/>
              </a:solidFill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822960" y="1581151"/>
            <a:ext cx="7543800" cy="28206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➔"/>
            </a:pPr>
            <a:r>
              <a:rPr lang="en-GB" sz="2100">
                <a:solidFill>
                  <a:schemeClr val="dk1"/>
                </a:solidFill>
              </a:rPr>
              <a:t>Presented my </a:t>
            </a:r>
            <a:r>
              <a:rPr b="1" lang="en-GB" sz="2100">
                <a:solidFill>
                  <a:schemeClr val="dk1"/>
                </a:solidFill>
              </a:rPr>
              <a:t>Smart Train Seat Allocation System</a:t>
            </a:r>
            <a:r>
              <a:rPr lang="en-GB" sz="2100">
                <a:solidFill>
                  <a:schemeClr val="dk1"/>
                </a:solidFill>
              </a:rPr>
              <a:t> idea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➔"/>
            </a:pPr>
            <a:r>
              <a:rPr lang="en-GB" sz="2100">
                <a:solidFill>
                  <a:schemeClr val="dk1"/>
                </a:solidFill>
              </a:rPr>
              <a:t>Learned to take feedback from </a:t>
            </a:r>
            <a:r>
              <a:rPr b="1" lang="en-GB" sz="2100">
                <a:solidFill>
                  <a:schemeClr val="dk1"/>
                </a:solidFill>
              </a:rPr>
              <a:t>Ansh</a:t>
            </a:r>
            <a:r>
              <a:rPr lang="en-GB" sz="2100">
                <a:solidFill>
                  <a:schemeClr val="dk1"/>
                </a:solidFill>
              </a:rPr>
              <a:t> and improve ideas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➔"/>
            </a:pPr>
            <a:r>
              <a:rPr lang="en-GB" sz="2100">
                <a:solidFill>
                  <a:schemeClr val="dk1"/>
                </a:solidFill>
              </a:rPr>
              <a:t>Practiced storytelling through self-introduction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➔"/>
            </a:pPr>
            <a:r>
              <a:rPr lang="en-GB" sz="2100">
                <a:solidFill>
                  <a:schemeClr val="dk1"/>
                </a:solidFill>
              </a:rPr>
              <a:t>Improved English speaking through </a:t>
            </a:r>
            <a:r>
              <a:rPr b="1" lang="en-GB" sz="2100">
                <a:solidFill>
                  <a:schemeClr val="dk1"/>
                </a:solidFill>
              </a:rPr>
              <a:t>Mentza app</a:t>
            </a:r>
            <a:endParaRPr b="1"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cxnSp>
        <p:nvCxnSpPr>
          <p:cNvPr id="78" name="Google Shape;78;p16"/>
          <p:cNvCxnSpPr/>
          <p:nvPr/>
        </p:nvCxnSpPr>
        <p:spPr>
          <a:xfrm>
            <a:off x="253550" y="1156875"/>
            <a:ext cx="8716200" cy="3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910451" y="91306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1" lang="en-GB" sz="3300">
                <a:solidFill>
                  <a:srgbClr val="741B47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Career Growth and Final Takeaway </a:t>
            </a:r>
            <a:endParaRPr b="1" sz="3300">
              <a:solidFill>
                <a:srgbClr val="741B47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1251748" y="1835203"/>
            <a:ext cx="62118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ibre Franklin"/>
              <a:buChar char="●"/>
            </a:pPr>
            <a:r>
              <a:rPr lang="en-GB" sz="2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Strong resume-building skills</a:t>
            </a:r>
            <a:endParaRPr sz="2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ibre Franklin"/>
              <a:buChar char="●"/>
            </a:pPr>
            <a:r>
              <a:rPr lang="en-GB" sz="2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Better interview-answering skills</a:t>
            </a:r>
            <a:endParaRPr sz="2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ibre Franklin"/>
              <a:buChar char="●"/>
            </a:pPr>
            <a:r>
              <a:rPr lang="en-GB" sz="2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More confidence while speaking</a:t>
            </a:r>
            <a:endParaRPr sz="2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ibre Franklin"/>
              <a:buChar char="●"/>
            </a:pPr>
            <a:r>
              <a:rPr lang="en-GB" sz="2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Clearer explanation of projects and ideas</a:t>
            </a:r>
            <a:endParaRPr sz="2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5" name="Google Shape;85;p17"/>
          <p:cNvCxnSpPr/>
          <p:nvPr/>
        </p:nvCxnSpPr>
        <p:spPr>
          <a:xfrm>
            <a:off x="63400" y="1347025"/>
            <a:ext cx="911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